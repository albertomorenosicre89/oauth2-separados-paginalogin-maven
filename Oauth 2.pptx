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94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9BA6B-6490-41B6-8141-7D85C827784A}" type="datetimeFigureOut">
              <a:rPr lang="es-ES" smtClean="0"/>
              <a:pPr/>
              <a:t>08/10/2020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864ED-6613-48FA-B906-E04FFE9323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42910" y="285729"/>
            <a:ext cx="7772400" cy="7143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Dependencies</a:t>
            </a:r>
            <a:endParaRPr lang="es-ES" sz="32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14282" y="1643050"/>
            <a:ext cx="4071966" cy="485778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org.springframework.boot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spring-boot-starter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</a:p>
          <a:p>
            <a:endParaRPr lang="es-ES" sz="900" dirty="0">
              <a:solidFill>
                <a:schemeClr val="tx1"/>
              </a:solidFill>
            </a:endParaRP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org.springframework.boot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spring-boot-starter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endParaRPr lang="es-ES" sz="900" dirty="0">
              <a:solidFill>
                <a:schemeClr val="tx1"/>
              </a:solidFill>
            </a:endParaRPr>
          </a:p>
          <a:p>
            <a:r>
              <a:rPr lang="es-ES" sz="900" b="1" dirty="0">
                <a:solidFill>
                  <a:srgbClr val="FF0000"/>
                </a:solidFill>
              </a:rPr>
              <a:t>&lt;</a:t>
            </a:r>
            <a:r>
              <a:rPr lang="es-ES" sz="900" b="1" dirty="0" err="1">
                <a:solidFill>
                  <a:srgbClr val="FF0000"/>
                </a:solidFill>
              </a:rPr>
              <a:t>dependency</a:t>
            </a:r>
            <a:r>
              <a:rPr lang="es-ES" sz="900" b="1" dirty="0">
                <a:solidFill>
                  <a:srgbClr val="FF0000"/>
                </a:solidFill>
              </a:rPr>
              <a:t>&gt;</a:t>
            </a:r>
          </a:p>
          <a:p>
            <a:r>
              <a:rPr lang="es-ES" sz="900" b="1" dirty="0">
                <a:solidFill>
                  <a:srgbClr val="FF0000"/>
                </a:solidFill>
              </a:rPr>
              <a:t>&lt;</a:t>
            </a:r>
            <a:r>
              <a:rPr lang="es-ES" sz="900" b="1" dirty="0" err="1">
                <a:solidFill>
                  <a:srgbClr val="FF0000"/>
                </a:solidFill>
              </a:rPr>
              <a:t>groupId</a:t>
            </a:r>
            <a:r>
              <a:rPr lang="es-ES" sz="900" b="1" dirty="0">
                <a:solidFill>
                  <a:srgbClr val="FF0000"/>
                </a:solidFill>
              </a:rPr>
              <a:t>&gt;</a:t>
            </a:r>
            <a:r>
              <a:rPr lang="es-ES" sz="900" b="1" dirty="0" err="1">
                <a:solidFill>
                  <a:srgbClr val="FF0000"/>
                </a:solidFill>
              </a:rPr>
              <a:t>org.springframework.boot</a:t>
            </a:r>
            <a:r>
              <a:rPr lang="es-ES" sz="900" b="1" dirty="0">
                <a:solidFill>
                  <a:srgbClr val="FF0000"/>
                </a:solidFill>
              </a:rPr>
              <a:t>&lt;/</a:t>
            </a:r>
            <a:r>
              <a:rPr lang="es-ES" sz="900" b="1" dirty="0" err="1">
                <a:solidFill>
                  <a:srgbClr val="FF0000"/>
                </a:solidFill>
              </a:rPr>
              <a:t>groupId</a:t>
            </a:r>
            <a:r>
              <a:rPr lang="es-ES" sz="900" b="1" dirty="0">
                <a:solidFill>
                  <a:srgbClr val="FF0000"/>
                </a:solidFill>
              </a:rPr>
              <a:t>&gt;</a:t>
            </a:r>
          </a:p>
          <a:p>
            <a:r>
              <a:rPr lang="es-ES" sz="900" b="1" dirty="0">
                <a:solidFill>
                  <a:srgbClr val="FF0000"/>
                </a:solidFill>
              </a:rPr>
              <a:t>&lt;</a:t>
            </a:r>
            <a:r>
              <a:rPr lang="es-ES" sz="900" b="1" dirty="0" err="1">
                <a:solidFill>
                  <a:srgbClr val="FF0000"/>
                </a:solidFill>
              </a:rPr>
              <a:t>artifactId</a:t>
            </a:r>
            <a:r>
              <a:rPr lang="es-ES" sz="900" b="1" dirty="0">
                <a:solidFill>
                  <a:srgbClr val="FF0000"/>
                </a:solidFill>
              </a:rPr>
              <a:t>&gt;spring-boot-starter-oauth2-client&lt;/</a:t>
            </a:r>
            <a:r>
              <a:rPr lang="es-ES" sz="900" b="1" dirty="0" err="1">
                <a:solidFill>
                  <a:srgbClr val="FF0000"/>
                </a:solidFill>
              </a:rPr>
              <a:t>artifactId</a:t>
            </a:r>
            <a:r>
              <a:rPr lang="es-ES" sz="900" b="1" dirty="0">
                <a:solidFill>
                  <a:srgbClr val="FF0000"/>
                </a:solidFill>
              </a:rPr>
              <a:t>&gt;</a:t>
            </a:r>
          </a:p>
          <a:p>
            <a:r>
              <a:rPr lang="es-ES" sz="900" b="1" dirty="0">
                <a:solidFill>
                  <a:srgbClr val="FF0000"/>
                </a:solidFill>
              </a:rPr>
              <a:t>&lt;/</a:t>
            </a:r>
            <a:r>
              <a:rPr lang="es-ES" sz="900" b="1" dirty="0" err="1">
                <a:solidFill>
                  <a:srgbClr val="FF0000"/>
                </a:solidFill>
              </a:rPr>
              <a:t>dependency</a:t>
            </a:r>
            <a:r>
              <a:rPr lang="es-ES" sz="900" b="1" dirty="0">
                <a:solidFill>
                  <a:srgbClr val="FF0000"/>
                </a:solidFill>
              </a:rPr>
              <a:t>&gt;</a:t>
            </a:r>
          </a:p>
          <a:p>
            <a:endParaRPr lang="es-ES" sz="900" dirty="0">
              <a:solidFill>
                <a:schemeClr val="tx1"/>
              </a:solidFill>
            </a:endParaRP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org.springframework.boot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spring-boot-starter-thymeleaf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endParaRPr lang="es-ES" sz="900" dirty="0">
              <a:solidFill>
                <a:schemeClr val="tx1"/>
              </a:solidFill>
            </a:endParaRP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org.springframework.boot</a:t>
            </a:r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groupId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  <a:r>
              <a:rPr lang="es-ES" sz="900" dirty="0" err="1">
                <a:solidFill>
                  <a:schemeClr val="tx1"/>
                </a:solidFill>
              </a:rPr>
              <a:t>spring</a:t>
            </a:r>
            <a:r>
              <a:rPr lang="es-ES" sz="900" dirty="0">
                <a:solidFill>
                  <a:schemeClr val="tx1"/>
                </a:solidFill>
              </a:rPr>
              <a:t>-</a:t>
            </a:r>
            <a:r>
              <a:rPr lang="es-ES" sz="900" dirty="0" err="1">
                <a:solidFill>
                  <a:schemeClr val="tx1"/>
                </a:solidFill>
              </a:rPr>
              <a:t>boot</a:t>
            </a:r>
            <a:r>
              <a:rPr lang="es-ES" sz="900" dirty="0">
                <a:solidFill>
                  <a:schemeClr val="tx1"/>
                </a:solidFill>
              </a:rPr>
              <a:t>-</a:t>
            </a:r>
            <a:r>
              <a:rPr lang="es-ES" sz="900" dirty="0" err="1">
                <a:solidFill>
                  <a:schemeClr val="tx1"/>
                </a:solidFill>
              </a:rPr>
              <a:t>starter</a:t>
            </a:r>
            <a:r>
              <a:rPr lang="es-ES" sz="900" dirty="0">
                <a:solidFill>
                  <a:schemeClr val="tx1"/>
                </a:solidFill>
              </a:rPr>
              <a:t>-web&lt;/</a:t>
            </a:r>
            <a:r>
              <a:rPr lang="es-ES" sz="900" dirty="0" err="1">
                <a:solidFill>
                  <a:schemeClr val="tx1"/>
                </a:solidFill>
              </a:rPr>
              <a:t>artifactId</a:t>
            </a:r>
            <a:r>
              <a:rPr lang="es-ES" sz="900" dirty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>
                <a:solidFill>
                  <a:schemeClr val="tx1"/>
                </a:solidFill>
              </a:rPr>
              <a:t>&lt;/</a:t>
            </a:r>
            <a:r>
              <a:rPr lang="es-ES" sz="900" dirty="0" err="1">
                <a:solidFill>
                  <a:schemeClr val="tx1"/>
                </a:solidFill>
              </a:rPr>
              <a:t>dependency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</a:p>
          <a:p>
            <a:endParaRPr lang="es-ES" sz="900" dirty="0" smtClean="0">
              <a:solidFill>
                <a:schemeClr val="tx1"/>
              </a:solidFill>
            </a:endParaRPr>
          </a:p>
          <a:p>
            <a:r>
              <a:rPr lang="es-ES" sz="900" dirty="0" smtClean="0"/>
              <a:t>&lt;</a:t>
            </a:r>
            <a:r>
              <a:rPr lang="es-ES" sz="900" dirty="0" err="1" smtClean="0">
                <a:solidFill>
                  <a:schemeClr val="tx1"/>
                </a:solidFill>
              </a:rPr>
              <a:t>dependency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 smtClean="0">
                <a:solidFill>
                  <a:schemeClr val="tx1"/>
                </a:solidFill>
              </a:rPr>
              <a:t>&lt;</a:t>
            </a:r>
            <a:r>
              <a:rPr lang="es-ES" sz="900" dirty="0" err="1" smtClean="0">
                <a:solidFill>
                  <a:schemeClr val="tx1"/>
                </a:solidFill>
              </a:rPr>
              <a:t>groupId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  <a:r>
              <a:rPr lang="es-ES" sz="900" dirty="0" err="1" smtClean="0">
                <a:solidFill>
                  <a:schemeClr val="tx1"/>
                </a:solidFill>
              </a:rPr>
              <a:t>org.thymeleaf.extras</a:t>
            </a:r>
            <a:r>
              <a:rPr lang="es-ES" sz="900" dirty="0" smtClean="0">
                <a:solidFill>
                  <a:schemeClr val="tx1"/>
                </a:solidFill>
              </a:rPr>
              <a:t>&lt;/</a:t>
            </a:r>
            <a:r>
              <a:rPr lang="es-ES" sz="900" dirty="0" err="1" smtClean="0">
                <a:solidFill>
                  <a:schemeClr val="tx1"/>
                </a:solidFill>
              </a:rPr>
              <a:t>groupId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 smtClean="0">
                <a:solidFill>
                  <a:schemeClr val="tx1"/>
                </a:solidFill>
              </a:rPr>
              <a:t>&lt;</a:t>
            </a:r>
            <a:r>
              <a:rPr lang="es-ES" sz="900" dirty="0" err="1" smtClean="0">
                <a:solidFill>
                  <a:schemeClr val="tx1"/>
                </a:solidFill>
              </a:rPr>
              <a:t>artifactId</a:t>
            </a:r>
            <a:r>
              <a:rPr lang="es-ES" sz="900" dirty="0" smtClean="0">
                <a:solidFill>
                  <a:schemeClr val="tx1"/>
                </a:solidFill>
              </a:rPr>
              <a:t>&gt;thymeleaf-extras-springsecurity5&lt;/</a:t>
            </a:r>
            <a:r>
              <a:rPr lang="es-ES" sz="900" dirty="0" err="1" smtClean="0">
                <a:solidFill>
                  <a:schemeClr val="tx1"/>
                </a:solidFill>
              </a:rPr>
              <a:t>artifactId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s-ES" sz="900" dirty="0" smtClean="0">
                <a:solidFill>
                  <a:schemeClr val="tx1"/>
                </a:solidFill>
              </a:rPr>
              <a:t>&lt;/</a:t>
            </a:r>
            <a:r>
              <a:rPr lang="es-ES" sz="900" dirty="0" err="1" smtClean="0">
                <a:solidFill>
                  <a:schemeClr val="tx1"/>
                </a:solidFill>
              </a:rPr>
              <a:t>dependency</a:t>
            </a:r>
            <a:r>
              <a:rPr lang="es-ES" sz="900" dirty="0" smtClean="0">
                <a:solidFill>
                  <a:schemeClr val="tx1"/>
                </a:solidFill>
              </a:rPr>
              <a:t>&gt;</a:t>
            </a:r>
            <a:endParaRPr lang="es-ES" sz="900" dirty="0">
              <a:solidFill>
                <a:schemeClr val="tx1"/>
              </a:solidFill>
            </a:endParaRPr>
          </a:p>
        </p:txBody>
      </p:sp>
      <p:sp>
        <p:nvSpPr>
          <p:cNvPr id="4" name="2 Subtítulo"/>
          <p:cNvSpPr txBox="1">
            <a:spLocks/>
          </p:cNvSpPr>
          <p:nvPr/>
        </p:nvSpPr>
        <p:spPr>
          <a:xfrm>
            <a:off x="4857752" y="1643050"/>
            <a:ext cx="3929090" cy="48577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s-ES" sz="1400" dirty="0"/>
              <a:t>&lt;</a:t>
            </a:r>
            <a:r>
              <a:rPr lang="es-ES" sz="1400" dirty="0" err="1"/>
              <a:t>dependency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</a:t>
            </a:r>
            <a:r>
              <a:rPr lang="es-ES" sz="1400" dirty="0" err="1"/>
              <a:t>groupId</a:t>
            </a:r>
            <a:r>
              <a:rPr lang="es-ES" sz="1400" dirty="0"/>
              <a:t>&gt;</a:t>
            </a:r>
            <a:r>
              <a:rPr lang="es-ES" sz="1400" dirty="0" err="1"/>
              <a:t>org.springframework.boot</a:t>
            </a:r>
            <a:r>
              <a:rPr lang="es-ES" sz="1400" dirty="0"/>
              <a:t>&lt;/</a:t>
            </a:r>
            <a:r>
              <a:rPr lang="es-ES" sz="1400" dirty="0" err="1"/>
              <a:t>groupId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</a:t>
            </a:r>
            <a:r>
              <a:rPr lang="es-ES" sz="1400" dirty="0" err="1"/>
              <a:t>artifactId</a:t>
            </a:r>
            <a:r>
              <a:rPr lang="es-ES" sz="1400" dirty="0"/>
              <a:t>&gt;</a:t>
            </a:r>
            <a:r>
              <a:rPr lang="es-ES" sz="1400" dirty="0" err="1"/>
              <a:t>spring-boot-starter</a:t>
            </a:r>
            <a:r>
              <a:rPr lang="es-ES" sz="1400" dirty="0"/>
              <a:t>&lt;/</a:t>
            </a:r>
            <a:r>
              <a:rPr lang="es-ES" sz="1400" dirty="0" err="1"/>
              <a:t>artifactId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&lt;/</a:t>
            </a:r>
            <a:r>
              <a:rPr lang="es-ES" sz="1400" dirty="0" err="1"/>
              <a:t>dependency</a:t>
            </a:r>
            <a:r>
              <a:rPr lang="es-ES" sz="1400" dirty="0"/>
              <a:t>&gt;</a:t>
            </a:r>
          </a:p>
          <a:p>
            <a:pPr algn="ctr"/>
            <a:endParaRPr lang="es-ES" sz="1400" dirty="0"/>
          </a:p>
          <a:p>
            <a:pPr algn="ctr"/>
            <a:r>
              <a:rPr lang="es-ES" sz="1400" b="1" dirty="0">
                <a:solidFill>
                  <a:srgbClr val="FF0000"/>
                </a:solidFill>
              </a:rPr>
              <a:t>&lt;</a:t>
            </a:r>
            <a:r>
              <a:rPr lang="es-ES" sz="1400" b="1" dirty="0" err="1">
                <a:solidFill>
                  <a:srgbClr val="FF0000"/>
                </a:solidFill>
              </a:rPr>
              <a:t>dependency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</a:p>
          <a:p>
            <a:pPr algn="ctr"/>
            <a:r>
              <a:rPr lang="es-ES" sz="1400" b="1" dirty="0">
                <a:solidFill>
                  <a:srgbClr val="FF0000"/>
                </a:solidFill>
              </a:rPr>
              <a:t>&lt;</a:t>
            </a:r>
            <a:r>
              <a:rPr lang="es-ES" sz="1400" b="1" dirty="0" err="1">
                <a:solidFill>
                  <a:srgbClr val="FF0000"/>
                </a:solidFill>
              </a:rPr>
              <a:t>groupId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  <a:r>
              <a:rPr lang="es-ES" sz="1400" b="1" dirty="0" err="1">
                <a:solidFill>
                  <a:srgbClr val="FF0000"/>
                </a:solidFill>
              </a:rPr>
              <a:t>org.springframework.cloud</a:t>
            </a:r>
            <a:r>
              <a:rPr lang="es-ES" sz="1400" b="1" dirty="0">
                <a:solidFill>
                  <a:srgbClr val="FF0000"/>
                </a:solidFill>
              </a:rPr>
              <a:t>&lt;/</a:t>
            </a:r>
            <a:r>
              <a:rPr lang="es-ES" sz="1400" b="1" dirty="0" err="1">
                <a:solidFill>
                  <a:srgbClr val="FF0000"/>
                </a:solidFill>
              </a:rPr>
              <a:t>groupId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</a:p>
          <a:p>
            <a:pPr algn="ctr"/>
            <a:r>
              <a:rPr lang="es-ES" sz="1400" b="1" dirty="0">
                <a:solidFill>
                  <a:srgbClr val="FF0000"/>
                </a:solidFill>
              </a:rPr>
              <a:t>&lt;</a:t>
            </a:r>
            <a:r>
              <a:rPr lang="es-ES" sz="1400" b="1" dirty="0" err="1">
                <a:solidFill>
                  <a:srgbClr val="FF0000"/>
                </a:solidFill>
              </a:rPr>
              <a:t>artifactId</a:t>
            </a:r>
            <a:r>
              <a:rPr lang="es-ES" sz="1400" b="1" dirty="0">
                <a:solidFill>
                  <a:srgbClr val="FF0000"/>
                </a:solidFill>
              </a:rPr>
              <a:t>&gt;spring-cloud-starter-oauth2&lt;/</a:t>
            </a:r>
            <a:r>
              <a:rPr lang="es-ES" sz="1400" b="1" dirty="0" err="1">
                <a:solidFill>
                  <a:srgbClr val="FF0000"/>
                </a:solidFill>
              </a:rPr>
              <a:t>artifactId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</a:p>
          <a:p>
            <a:pPr algn="ctr"/>
            <a:r>
              <a:rPr lang="es-ES" sz="1400" b="1" dirty="0">
                <a:solidFill>
                  <a:srgbClr val="FF0000"/>
                </a:solidFill>
              </a:rPr>
              <a:t>&lt;</a:t>
            </a:r>
            <a:r>
              <a:rPr lang="es-ES" sz="1400" b="1" dirty="0" err="1">
                <a:solidFill>
                  <a:srgbClr val="FF0000"/>
                </a:solidFill>
              </a:rPr>
              <a:t>version</a:t>
            </a:r>
            <a:r>
              <a:rPr lang="es-ES" sz="1400" b="1" dirty="0">
                <a:solidFill>
                  <a:srgbClr val="FF0000"/>
                </a:solidFill>
              </a:rPr>
              <a:t>&gt;2.2.4.RELEASE&lt;/</a:t>
            </a:r>
            <a:r>
              <a:rPr lang="es-ES" sz="1400" b="1" dirty="0" err="1">
                <a:solidFill>
                  <a:srgbClr val="FF0000"/>
                </a:solidFill>
              </a:rPr>
              <a:t>version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</a:p>
          <a:p>
            <a:pPr algn="ctr"/>
            <a:r>
              <a:rPr lang="es-ES" sz="1400" b="1" dirty="0">
                <a:solidFill>
                  <a:srgbClr val="FF0000"/>
                </a:solidFill>
              </a:rPr>
              <a:t>&lt;/</a:t>
            </a:r>
            <a:r>
              <a:rPr lang="es-ES" sz="1400" b="1" dirty="0" err="1">
                <a:solidFill>
                  <a:srgbClr val="FF0000"/>
                </a:solidFill>
              </a:rPr>
              <a:t>dependency</a:t>
            </a:r>
            <a:r>
              <a:rPr lang="es-ES" sz="1400" b="1" dirty="0">
                <a:solidFill>
                  <a:srgbClr val="FF0000"/>
                </a:solidFill>
              </a:rPr>
              <a:t>&gt;</a:t>
            </a:r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&lt;</a:t>
            </a:r>
            <a:r>
              <a:rPr lang="es-ES" sz="1400" dirty="0" err="1"/>
              <a:t>dependency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</a:t>
            </a:r>
            <a:r>
              <a:rPr lang="es-ES" sz="1400" dirty="0" err="1"/>
              <a:t>groupId</a:t>
            </a:r>
            <a:r>
              <a:rPr lang="es-ES" sz="1400" dirty="0"/>
              <a:t>&gt;</a:t>
            </a:r>
            <a:r>
              <a:rPr lang="es-ES" sz="1400" dirty="0" err="1"/>
              <a:t>org.springframework.boot</a:t>
            </a:r>
            <a:r>
              <a:rPr lang="es-ES" sz="1400" dirty="0"/>
              <a:t>&lt;/</a:t>
            </a:r>
            <a:r>
              <a:rPr lang="es-ES" sz="1400" dirty="0" err="1"/>
              <a:t>groupId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</a:t>
            </a:r>
            <a:r>
              <a:rPr lang="es-ES" sz="1400" dirty="0" err="1"/>
              <a:t>artifactId</a:t>
            </a:r>
            <a:r>
              <a:rPr lang="es-ES" sz="1400" dirty="0"/>
              <a:t>&gt;</a:t>
            </a:r>
            <a:r>
              <a:rPr lang="es-ES" sz="1400" dirty="0" err="1"/>
              <a:t>spring</a:t>
            </a:r>
            <a:r>
              <a:rPr lang="es-ES" sz="1400" dirty="0"/>
              <a:t>-</a:t>
            </a:r>
            <a:r>
              <a:rPr lang="es-ES" sz="1400" dirty="0" err="1"/>
              <a:t>boot</a:t>
            </a:r>
            <a:r>
              <a:rPr lang="es-ES" sz="1400" dirty="0"/>
              <a:t>-</a:t>
            </a:r>
            <a:r>
              <a:rPr lang="es-ES" sz="1400" dirty="0" err="1"/>
              <a:t>starter</a:t>
            </a:r>
            <a:r>
              <a:rPr lang="es-ES" sz="1400" dirty="0"/>
              <a:t>-web&lt;/</a:t>
            </a:r>
            <a:r>
              <a:rPr lang="es-ES" sz="1400" dirty="0" err="1"/>
              <a:t>artifactId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&lt;/</a:t>
            </a:r>
            <a:r>
              <a:rPr lang="es-ES" sz="1400" dirty="0" err="1"/>
              <a:t>dependency</a:t>
            </a:r>
            <a:r>
              <a:rPr lang="es-ES" sz="1400" dirty="0"/>
              <a:t>&gt;</a:t>
            </a:r>
            <a:endParaRPr kumimoji="0" lang="es-E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214282" y="1071546"/>
            <a:ext cx="4071966" cy="5715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sz="2800" dirty="0" err="1" smtClean="0"/>
              <a:t>Resource</a:t>
            </a:r>
            <a:r>
              <a:rPr lang="es-ES" sz="2800" dirty="0" smtClean="0"/>
              <a:t>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4857752" y="1071546"/>
            <a:ext cx="3929090" cy="5715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sz="2800" dirty="0" err="1" smtClean="0"/>
              <a:t>Authentication</a:t>
            </a:r>
            <a:r>
              <a:rPr lang="es-ES" sz="2800" dirty="0" smtClean="0"/>
              <a:t> </a:t>
            </a:r>
            <a:r>
              <a:rPr lang="es-ES" sz="2800" dirty="0" smtClean="0"/>
              <a:t>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42910" y="285729"/>
            <a:ext cx="7772400" cy="7143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Dependencies</a:t>
            </a:r>
            <a:endParaRPr lang="es-ES" sz="3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142844" y="1071546"/>
            <a:ext cx="4071966" cy="5715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2800" dirty="0" err="1" smtClean="0"/>
              <a:t>Resource</a:t>
            </a:r>
            <a:r>
              <a:rPr lang="es-ES" sz="2800" dirty="0" smtClean="0"/>
              <a:t>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4500562" y="1071546"/>
            <a:ext cx="4500594" cy="5715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2800" dirty="0" err="1" smtClean="0"/>
              <a:t>Authentication</a:t>
            </a:r>
            <a:r>
              <a:rPr lang="es-ES" sz="2800" dirty="0" smtClean="0"/>
              <a:t> </a:t>
            </a:r>
            <a:r>
              <a:rPr lang="es-ES" sz="2800" dirty="0" smtClean="0"/>
              <a:t>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ES" sz="28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142844" y="3643314"/>
            <a:ext cx="1928794" cy="15001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SecurityConfiguration.java</a:t>
            </a:r>
          </a:p>
          <a:p>
            <a:pPr lvl="0" algn="ctr">
              <a:spcBef>
                <a:spcPct val="20000"/>
              </a:spcBef>
            </a:pPr>
            <a:endParaRPr kumimoji="0" lang="es-E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smtClean="0"/>
              <a:t>Configure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securityHttp</a:t>
            </a: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Call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login</a:t>
            </a:r>
            <a:r>
              <a:rPr lang="es-ES" sz="1200" dirty="0" smtClean="0"/>
              <a:t> of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Oauth</a:t>
            </a:r>
            <a:r>
              <a:rPr lang="es-ES" sz="1200" dirty="0" smtClean="0"/>
              <a:t> 2</a:t>
            </a: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kumimoji="0" lang="es-E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2 Subtítulo"/>
          <p:cNvSpPr txBox="1">
            <a:spLocks/>
          </p:cNvSpPr>
          <p:nvPr/>
        </p:nvSpPr>
        <p:spPr>
          <a:xfrm>
            <a:off x="2071670" y="1785926"/>
            <a:ext cx="2143140" cy="18573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CompanyController.java</a:t>
            </a:r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Create</a:t>
            </a:r>
            <a:r>
              <a:rPr lang="es-ES" sz="1200" dirty="0" smtClean="0"/>
              <a:t> a </a:t>
            </a:r>
            <a:r>
              <a:rPr lang="es-ES" sz="1200" dirty="0" err="1" smtClean="0"/>
              <a:t>controller</a:t>
            </a:r>
            <a:r>
              <a:rPr lang="es-ES" sz="1200" dirty="0" smtClean="0"/>
              <a:t> </a:t>
            </a:r>
            <a:r>
              <a:rPr lang="es-ES" sz="1200" dirty="0" err="1" smtClean="0"/>
              <a:t>for</a:t>
            </a:r>
            <a:r>
              <a:rPr lang="es-ES" sz="1200" dirty="0" smtClean="0"/>
              <a:t> API</a:t>
            </a:r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Create</a:t>
            </a:r>
            <a:r>
              <a:rPr lang="es-ES" sz="1200" dirty="0" smtClean="0"/>
              <a:t> </a:t>
            </a:r>
            <a:r>
              <a:rPr lang="es-ES" sz="1200" dirty="0" smtClean="0"/>
              <a:t>1 </a:t>
            </a:r>
            <a:r>
              <a:rPr lang="es-ES" sz="1200" dirty="0" err="1" smtClean="0"/>
              <a:t>endpoint</a:t>
            </a:r>
            <a:r>
              <a:rPr lang="es-ES" sz="1200" dirty="0" smtClean="0"/>
              <a:t> </a:t>
            </a:r>
            <a:r>
              <a:rPr lang="es-ES" sz="1200" dirty="0" err="1" smtClean="0"/>
              <a:t>for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smtClean="0"/>
              <a:t>API</a:t>
            </a:r>
            <a:endParaRPr lang="es-ES" sz="1200" dirty="0" smtClean="0"/>
          </a:p>
          <a:p>
            <a:pPr algn="ctr">
              <a:spcBef>
                <a:spcPct val="20000"/>
              </a:spcBef>
            </a:pP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</p:txBody>
      </p:sp>
      <p:sp>
        <p:nvSpPr>
          <p:cNvPr id="10" name="2 Subtítulo"/>
          <p:cNvSpPr txBox="1">
            <a:spLocks/>
          </p:cNvSpPr>
          <p:nvPr/>
        </p:nvSpPr>
        <p:spPr>
          <a:xfrm>
            <a:off x="142844" y="1785926"/>
            <a:ext cx="1928794" cy="18573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WebController.java</a:t>
            </a:r>
          </a:p>
          <a:p>
            <a:pPr algn="ctr">
              <a:spcBef>
                <a:spcPct val="20000"/>
              </a:spcBef>
            </a:pP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Create</a:t>
            </a:r>
            <a:r>
              <a:rPr lang="es-ES" sz="1200" dirty="0" smtClean="0"/>
              <a:t> a </a:t>
            </a:r>
            <a:r>
              <a:rPr lang="es-ES" sz="1200" dirty="0" err="1" smtClean="0"/>
              <a:t>controller</a:t>
            </a:r>
            <a:r>
              <a:rPr lang="es-ES" sz="1200" dirty="0" smtClean="0"/>
              <a:t> </a:t>
            </a:r>
            <a:r>
              <a:rPr lang="es-ES" sz="1200" dirty="0" err="1" smtClean="0"/>
              <a:t>for</a:t>
            </a:r>
            <a:r>
              <a:rPr lang="es-ES" sz="1200" dirty="0" smtClean="0"/>
              <a:t> </a:t>
            </a:r>
            <a:r>
              <a:rPr lang="es-ES" sz="1200" dirty="0" err="1" smtClean="0"/>
              <a:t>human</a:t>
            </a:r>
            <a:r>
              <a:rPr lang="es-ES" sz="1200" dirty="0" smtClean="0"/>
              <a:t> </a:t>
            </a:r>
            <a:r>
              <a:rPr lang="es-ES" sz="1200" dirty="0" err="1" smtClean="0"/>
              <a:t>interaction</a:t>
            </a: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Create</a:t>
            </a:r>
            <a:r>
              <a:rPr lang="es-ES" sz="1200" dirty="0" smtClean="0"/>
              <a:t> 2 </a:t>
            </a:r>
            <a:r>
              <a:rPr lang="es-ES" sz="1200" dirty="0" err="1" smtClean="0"/>
              <a:t>endpoints</a:t>
            </a:r>
            <a:r>
              <a:rPr lang="es-ES" sz="1200" dirty="0" smtClean="0"/>
              <a:t> </a:t>
            </a:r>
            <a:r>
              <a:rPr lang="es-ES" sz="1200" dirty="0" err="1" smtClean="0"/>
              <a:t>for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 </a:t>
            </a:r>
            <a:r>
              <a:rPr lang="es-ES" sz="1200" dirty="0" err="1" smtClean="0"/>
              <a:t>webpages</a:t>
            </a:r>
            <a:endParaRPr lang="es-ES" sz="1200" dirty="0" smtClean="0"/>
          </a:p>
        </p:txBody>
      </p:sp>
      <p:sp>
        <p:nvSpPr>
          <p:cNvPr id="11" name="2 Subtítulo"/>
          <p:cNvSpPr txBox="1">
            <a:spLocks/>
          </p:cNvSpPr>
          <p:nvPr/>
        </p:nvSpPr>
        <p:spPr>
          <a:xfrm>
            <a:off x="2071670" y="3643314"/>
            <a:ext cx="2143140" cy="15001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ResourceLoginApplication.java</a:t>
            </a:r>
          </a:p>
          <a:p>
            <a:pPr algn="ctr">
              <a:spcBef>
                <a:spcPct val="20000"/>
              </a:spcBef>
            </a:pP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Initialize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application</a:t>
            </a: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2800" dirty="0" smtClean="0"/>
          </a:p>
        </p:txBody>
      </p:sp>
      <p:sp>
        <p:nvSpPr>
          <p:cNvPr id="12" name="2 Subtítulo"/>
          <p:cNvSpPr txBox="1">
            <a:spLocks/>
          </p:cNvSpPr>
          <p:nvPr/>
        </p:nvSpPr>
        <p:spPr>
          <a:xfrm>
            <a:off x="4500562" y="1785926"/>
            <a:ext cx="2071702" cy="18573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AuthServerConfig.java</a:t>
            </a:r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Communication</a:t>
            </a:r>
            <a:r>
              <a:rPr lang="es-ES" sz="1200" dirty="0" smtClean="0"/>
              <a:t> of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token</a:t>
            </a:r>
            <a:r>
              <a:rPr lang="es-ES" sz="1200" dirty="0" smtClean="0"/>
              <a:t> </a:t>
            </a:r>
            <a:r>
              <a:rPr lang="es-ES" sz="1200" dirty="0" err="1" smtClean="0"/>
              <a:t>to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resource</a:t>
            </a:r>
            <a:r>
              <a:rPr lang="es-ES" sz="1200" dirty="0" smtClean="0"/>
              <a:t> server</a:t>
            </a:r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Creation</a:t>
            </a:r>
            <a:r>
              <a:rPr lang="es-ES" sz="1200" dirty="0" smtClean="0"/>
              <a:t> of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token</a:t>
            </a:r>
            <a:endParaRPr lang="es-ES" sz="1200" dirty="0" smtClean="0"/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Save</a:t>
            </a:r>
            <a:r>
              <a:rPr lang="es-ES" sz="1200" dirty="0" smtClean="0"/>
              <a:t> </a:t>
            </a:r>
            <a:r>
              <a:rPr lang="es-ES" sz="1200" dirty="0" err="1" smtClean="0"/>
              <a:t>ClientID</a:t>
            </a:r>
            <a:r>
              <a:rPr lang="es-ES" sz="1200" dirty="0" smtClean="0"/>
              <a:t> and </a:t>
            </a:r>
            <a:r>
              <a:rPr lang="es-ES" sz="1200" dirty="0" err="1" smtClean="0"/>
              <a:t>ClientSecret</a:t>
            </a: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28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6572264" y="3643314"/>
            <a:ext cx="2428892" cy="15001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AutenticationLoginApplication.java</a:t>
            </a:r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lvl="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Initialize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application</a:t>
            </a: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4500562" y="3643314"/>
            <a:ext cx="2071702" cy="15001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SecurityConfiguration.java</a:t>
            </a:r>
          </a:p>
          <a:p>
            <a:pPr lvl="0" algn="ctr">
              <a:spcBef>
                <a:spcPct val="20000"/>
              </a:spcBef>
            </a:pPr>
            <a:endParaRPr lang="es-ES" sz="1200" dirty="0" smtClean="0"/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smtClean="0"/>
              <a:t>Configure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err="1" smtClean="0"/>
              <a:t>securityHttp</a:t>
            </a:r>
            <a:endParaRPr lang="es-ES" sz="1200" dirty="0" smtClean="0"/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s-ES" sz="1200" b="0" i="0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Authentication</a:t>
            </a:r>
            <a:r>
              <a:rPr kumimoji="0" lang="es-ES" sz="1200" b="0" i="0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</a:t>
            </a:r>
            <a:r>
              <a:rPr kumimoji="0" lang="es-ES" sz="1200" b="0" i="0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s-ES" sz="1200" b="0" i="0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</a:t>
            </a:r>
            <a:endParaRPr kumimoji="0" lang="es-ES" sz="1200" b="0" i="0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lvl="0" indent="-228600"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baseline="0" dirty="0" err="1" smtClean="0"/>
              <a:t>Creation</a:t>
            </a:r>
            <a:r>
              <a:rPr lang="es-ES" sz="1200" baseline="0" dirty="0" smtClean="0"/>
              <a:t> of </a:t>
            </a:r>
            <a:r>
              <a:rPr lang="es-ES" sz="1200" baseline="0" dirty="0" err="1" smtClean="0"/>
              <a:t>the</a:t>
            </a:r>
            <a:r>
              <a:rPr lang="es-ES" sz="1200" baseline="0" dirty="0" smtClean="0"/>
              <a:t> </a:t>
            </a:r>
            <a:r>
              <a:rPr lang="es-ES" sz="1200" baseline="0" dirty="0" err="1" smtClean="0"/>
              <a:t>encoder</a:t>
            </a:r>
            <a:r>
              <a:rPr lang="es-ES" sz="1200" baseline="0" dirty="0" smtClean="0"/>
              <a:t> of </a:t>
            </a:r>
            <a:r>
              <a:rPr lang="es-ES" sz="1200" baseline="0" dirty="0" err="1" smtClean="0"/>
              <a:t>the</a:t>
            </a:r>
            <a:r>
              <a:rPr lang="es-ES" sz="1200" baseline="0" dirty="0" smtClean="0"/>
              <a:t> </a:t>
            </a:r>
            <a:r>
              <a:rPr lang="es-ES" sz="1200" dirty="0" err="1" smtClean="0"/>
              <a:t>password</a:t>
            </a:r>
            <a:endParaRPr kumimoji="0" lang="es-ES" sz="8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2 Subtítulo"/>
          <p:cNvSpPr txBox="1">
            <a:spLocks/>
          </p:cNvSpPr>
          <p:nvPr/>
        </p:nvSpPr>
        <p:spPr>
          <a:xfrm>
            <a:off x="6572264" y="1785926"/>
            <a:ext cx="2428892" cy="18573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1200" b="1" dirty="0" smtClean="0">
                <a:solidFill>
                  <a:schemeClr val="accent1"/>
                </a:solidFill>
              </a:rPr>
              <a:t>UserController.java</a:t>
            </a:r>
          </a:p>
          <a:p>
            <a:pPr algn="ctr">
              <a:spcBef>
                <a:spcPct val="20000"/>
              </a:spcBef>
            </a:pPr>
            <a:endParaRPr lang="es-ES" sz="1200" dirty="0" smtClean="0"/>
          </a:p>
          <a:p>
            <a:pPr algn="ctr">
              <a:spcBef>
                <a:spcPct val="20000"/>
              </a:spcBef>
              <a:buFont typeface="Arial" pitchFamily="34" charset="0"/>
              <a:buChar char="•"/>
            </a:pPr>
            <a:r>
              <a:rPr lang="es-ES" sz="1200" dirty="0" err="1" smtClean="0"/>
              <a:t>Returns</a:t>
            </a:r>
            <a:r>
              <a:rPr lang="es-ES" sz="1200" dirty="0" smtClean="0"/>
              <a:t> </a:t>
            </a:r>
            <a:r>
              <a:rPr lang="es-ES" sz="1200" dirty="0" err="1" smtClean="0"/>
              <a:t>the</a:t>
            </a:r>
            <a:r>
              <a:rPr lang="es-ES" sz="1200" dirty="0" smtClean="0"/>
              <a:t> </a:t>
            </a:r>
            <a:r>
              <a:rPr lang="es-ES" sz="1200" dirty="0" smtClean="0"/>
              <a:t>Principal</a:t>
            </a:r>
            <a:endParaRPr lang="es-ES" sz="1200" dirty="0" smtClean="0"/>
          </a:p>
          <a:p>
            <a:pPr algn="ctr">
              <a:spcBef>
                <a:spcPct val="20000"/>
              </a:spcBef>
            </a:pPr>
            <a:endParaRPr lang="es-ES" sz="2800" dirty="0" smtClean="0"/>
          </a:p>
          <a:p>
            <a:pPr algn="ctr">
              <a:spcBef>
                <a:spcPct val="20000"/>
              </a:spcBef>
            </a:pPr>
            <a:endParaRPr lang="es-ES" sz="2800" dirty="0" smtClean="0"/>
          </a:p>
        </p:txBody>
      </p:sp>
      <p:sp>
        <p:nvSpPr>
          <p:cNvPr id="16" name="2 Subtítulo"/>
          <p:cNvSpPr txBox="1">
            <a:spLocks/>
          </p:cNvSpPr>
          <p:nvPr/>
        </p:nvSpPr>
        <p:spPr>
          <a:xfrm>
            <a:off x="2214546" y="5357826"/>
            <a:ext cx="1928794" cy="9286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2800" b="1" dirty="0" smtClean="0">
                <a:solidFill>
                  <a:schemeClr val="accent1"/>
                </a:solidFill>
              </a:rPr>
              <a:t>application.yml</a:t>
            </a:r>
            <a:endParaRPr kumimoji="0" lang="es-ES" sz="800" b="1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2 Subtítulo"/>
          <p:cNvSpPr txBox="1">
            <a:spLocks/>
          </p:cNvSpPr>
          <p:nvPr/>
        </p:nvSpPr>
        <p:spPr>
          <a:xfrm>
            <a:off x="6786578" y="5357826"/>
            <a:ext cx="1928794" cy="9286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2800" b="1" dirty="0" err="1" smtClean="0">
                <a:solidFill>
                  <a:schemeClr val="accent1"/>
                </a:solidFill>
              </a:rPr>
              <a:t>application.properties</a:t>
            </a:r>
            <a:endParaRPr kumimoji="0" lang="es-ES" sz="800" b="1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2 Subtítulo"/>
          <p:cNvSpPr txBox="1">
            <a:spLocks/>
          </p:cNvSpPr>
          <p:nvPr/>
        </p:nvSpPr>
        <p:spPr>
          <a:xfrm>
            <a:off x="142844" y="5357826"/>
            <a:ext cx="1928794" cy="9286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600" b="1" dirty="0" err="1" smtClean="0">
                <a:solidFill>
                  <a:schemeClr val="accent1"/>
                </a:solidFill>
              </a:rPr>
              <a:t>Others</a:t>
            </a:r>
            <a:r>
              <a:rPr lang="es-ES" sz="1600" b="1" dirty="0" smtClean="0">
                <a:solidFill>
                  <a:schemeClr val="accent1"/>
                </a:solidFill>
              </a:rPr>
              <a:t> files </a:t>
            </a:r>
            <a:r>
              <a:rPr lang="es-ES" sz="1600" b="1" dirty="0" smtClean="0">
                <a:solidFill>
                  <a:schemeClr val="accent1"/>
                </a:solidFill>
              </a:rPr>
              <a:t>*.html and files </a:t>
            </a:r>
            <a:r>
              <a:rPr lang="es-ES" sz="1600" b="1" dirty="0" err="1" smtClean="0">
                <a:solidFill>
                  <a:schemeClr val="accent1"/>
                </a:solidFill>
              </a:rPr>
              <a:t>related</a:t>
            </a:r>
            <a:r>
              <a:rPr lang="es-ES" sz="1600" b="1" dirty="0" smtClean="0">
                <a:solidFill>
                  <a:schemeClr val="accent1"/>
                </a:solidFill>
              </a:rPr>
              <a:t> </a:t>
            </a:r>
            <a:r>
              <a:rPr lang="es-ES" sz="1600" b="1" dirty="0" err="1" smtClean="0">
                <a:solidFill>
                  <a:schemeClr val="accent1"/>
                </a:solidFill>
              </a:rPr>
              <a:t>with</a:t>
            </a:r>
            <a:r>
              <a:rPr lang="es-ES" sz="1600" b="1" dirty="0" smtClean="0">
                <a:solidFill>
                  <a:schemeClr val="accent1"/>
                </a:solidFill>
              </a:rPr>
              <a:t> </a:t>
            </a:r>
            <a:r>
              <a:rPr lang="es-ES" sz="1600" b="1" dirty="0" err="1" smtClean="0">
                <a:solidFill>
                  <a:schemeClr val="accent1"/>
                </a:solidFill>
              </a:rPr>
              <a:t>the</a:t>
            </a:r>
            <a:r>
              <a:rPr lang="es-ES" sz="1600" b="1" dirty="0" smtClean="0">
                <a:solidFill>
                  <a:schemeClr val="accent1"/>
                </a:solidFill>
              </a:rPr>
              <a:t> API</a:t>
            </a:r>
            <a:endParaRPr kumimoji="0" lang="es-ES" sz="1600" b="1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85720" y="285729"/>
            <a:ext cx="8501122" cy="7143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Interaction</a:t>
            </a:r>
            <a:r>
              <a:rPr lang="es-ES" sz="3200" dirty="0" smtClean="0"/>
              <a:t> </a:t>
            </a:r>
            <a:r>
              <a:rPr lang="es-ES" sz="3200" dirty="0" err="1" smtClean="0"/>
              <a:t>Resource</a:t>
            </a:r>
            <a:r>
              <a:rPr lang="es-ES" sz="3200" dirty="0" smtClean="0"/>
              <a:t> – </a:t>
            </a:r>
            <a:r>
              <a:rPr lang="es-ES" sz="3200" dirty="0" err="1" smtClean="0"/>
              <a:t>Authentication</a:t>
            </a:r>
            <a:r>
              <a:rPr lang="es-ES" sz="3200" dirty="0" smtClean="0"/>
              <a:t> normal</a:t>
            </a:r>
            <a:endParaRPr lang="es-ES" sz="3200" dirty="0"/>
          </a:p>
        </p:txBody>
      </p:sp>
      <p:cxnSp>
        <p:nvCxnSpPr>
          <p:cNvPr id="9" name="8 Conector recto"/>
          <p:cNvCxnSpPr/>
          <p:nvPr/>
        </p:nvCxnSpPr>
        <p:spPr>
          <a:xfrm rot="5400000">
            <a:off x="-2249535" y="3892553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5400000">
            <a:off x="6180149" y="3892553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 Subtítulo"/>
          <p:cNvSpPr txBox="1">
            <a:spLocks/>
          </p:cNvSpPr>
          <p:nvPr/>
        </p:nvSpPr>
        <p:spPr>
          <a:xfrm>
            <a:off x="7572396" y="1071546"/>
            <a:ext cx="1428728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Resource</a:t>
            </a:r>
            <a:r>
              <a:rPr lang="es-ES" sz="1000" dirty="0" smtClean="0"/>
              <a:t> </a:t>
            </a:r>
            <a:r>
              <a:rPr lang="es-ES" sz="1000" dirty="0" smtClean="0"/>
              <a:t>Server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429256" y="1071546"/>
            <a:ext cx="1357322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1000" dirty="0" err="1" smtClean="0"/>
              <a:t>Authentication</a:t>
            </a:r>
            <a:r>
              <a:rPr lang="es-ES" sz="1000" dirty="0" smtClean="0"/>
              <a:t> </a:t>
            </a:r>
            <a:r>
              <a:rPr lang="es-ES" sz="1000" dirty="0" smtClean="0"/>
              <a:t>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285720" y="1571612"/>
            <a:ext cx="328614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>
            <a:off x="1036613" y="3963991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 Subtítulo"/>
          <p:cNvSpPr txBox="1">
            <a:spLocks/>
          </p:cNvSpPr>
          <p:nvPr/>
        </p:nvSpPr>
        <p:spPr>
          <a:xfrm>
            <a:off x="142844" y="1071546"/>
            <a:ext cx="571504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User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2 Subtítulo"/>
          <p:cNvSpPr txBox="1">
            <a:spLocks/>
          </p:cNvSpPr>
          <p:nvPr/>
        </p:nvSpPr>
        <p:spPr>
          <a:xfrm>
            <a:off x="1142976" y="1285860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1. </a:t>
            </a:r>
            <a:r>
              <a:rPr lang="es-ES" sz="1000" dirty="0" err="1" smtClean="0"/>
              <a:t>Request</a:t>
            </a:r>
            <a:r>
              <a:rPr lang="es-ES" sz="1000" dirty="0" smtClean="0"/>
              <a:t> a </a:t>
            </a:r>
            <a:r>
              <a:rPr lang="es-ES" sz="1000" dirty="0" err="1" smtClean="0"/>
              <a:t>resource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2 Subtítulo"/>
          <p:cNvSpPr txBox="1">
            <a:spLocks/>
          </p:cNvSpPr>
          <p:nvPr/>
        </p:nvSpPr>
        <p:spPr>
          <a:xfrm>
            <a:off x="4071934" y="157161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2. </a:t>
            </a:r>
            <a:r>
              <a:rPr lang="es-ES" sz="1000" dirty="0" err="1" smtClean="0"/>
              <a:t>Auth</a:t>
            </a:r>
            <a:r>
              <a:rPr lang="es-ES" sz="1000" dirty="0" smtClean="0"/>
              <a:t> </a:t>
            </a:r>
            <a:r>
              <a:rPr lang="es-ES" sz="1000" dirty="0" err="1" smtClean="0"/>
              <a:t>code</a:t>
            </a:r>
            <a:r>
              <a:rPr lang="es-ES" sz="1000" dirty="0" smtClean="0"/>
              <a:t> </a:t>
            </a:r>
            <a:r>
              <a:rPr lang="es-ES" sz="1000" dirty="0" err="1" smtClean="0"/>
              <a:t>request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2 Subtítulo"/>
          <p:cNvSpPr txBox="1">
            <a:spLocks/>
          </p:cNvSpPr>
          <p:nvPr/>
        </p:nvSpPr>
        <p:spPr>
          <a:xfrm>
            <a:off x="1142976" y="192880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3. </a:t>
            </a:r>
            <a:r>
              <a:rPr lang="es-ES" sz="1000" dirty="0" err="1" smtClean="0"/>
              <a:t>Login</a:t>
            </a:r>
            <a:r>
              <a:rPr lang="es-ES" sz="1000" dirty="0" smtClean="0"/>
              <a:t> page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2 Subtítulo"/>
          <p:cNvSpPr txBox="1">
            <a:spLocks/>
          </p:cNvSpPr>
          <p:nvPr/>
        </p:nvSpPr>
        <p:spPr>
          <a:xfrm>
            <a:off x="1071538" y="228599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4. </a:t>
            </a:r>
            <a:r>
              <a:rPr lang="es-ES" sz="1000" dirty="0" err="1" smtClean="0"/>
              <a:t>User</a:t>
            </a:r>
            <a:r>
              <a:rPr lang="es-ES" sz="1000" dirty="0" smtClean="0"/>
              <a:t> </a:t>
            </a:r>
            <a:r>
              <a:rPr lang="es-ES" sz="1000" dirty="0" err="1" smtClean="0"/>
              <a:t>login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2 Subtítulo"/>
          <p:cNvSpPr txBox="1">
            <a:spLocks/>
          </p:cNvSpPr>
          <p:nvPr/>
        </p:nvSpPr>
        <p:spPr>
          <a:xfrm>
            <a:off x="4000496" y="2786058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5. </a:t>
            </a:r>
            <a:r>
              <a:rPr lang="es-ES" sz="1000" dirty="0" err="1" smtClean="0"/>
              <a:t>Auth</a:t>
            </a:r>
            <a:r>
              <a:rPr lang="es-ES" sz="1000" dirty="0" smtClean="0"/>
              <a:t> </a:t>
            </a:r>
            <a:r>
              <a:rPr lang="es-ES" sz="1000" dirty="0" err="1" smtClean="0"/>
              <a:t>code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Subtítulo"/>
          <p:cNvSpPr txBox="1">
            <a:spLocks/>
          </p:cNvSpPr>
          <p:nvPr/>
        </p:nvSpPr>
        <p:spPr>
          <a:xfrm>
            <a:off x="4000496" y="3214686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6</a:t>
            </a:r>
            <a:r>
              <a:rPr lang="es-ES" sz="1000" dirty="0" smtClean="0"/>
              <a:t>. Exchange </a:t>
            </a:r>
            <a:r>
              <a:rPr lang="es-ES" sz="1000" dirty="0" err="1" smtClean="0"/>
              <a:t>Code</a:t>
            </a:r>
            <a:r>
              <a:rPr lang="es-ES" sz="1000" dirty="0" smtClean="0"/>
              <a:t> </a:t>
            </a:r>
            <a:r>
              <a:rPr lang="es-ES" sz="1000" dirty="0" err="1" smtClean="0"/>
              <a:t>for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2 Subtítulo"/>
          <p:cNvSpPr txBox="1">
            <a:spLocks/>
          </p:cNvSpPr>
          <p:nvPr/>
        </p:nvSpPr>
        <p:spPr>
          <a:xfrm>
            <a:off x="3929058" y="371475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7</a:t>
            </a:r>
            <a:r>
              <a:rPr lang="es-ES" sz="1000" dirty="0" smtClean="0"/>
              <a:t>. Access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2 Subtítulo"/>
          <p:cNvSpPr txBox="1">
            <a:spLocks/>
          </p:cNvSpPr>
          <p:nvPr/>
        </p:nvSpPr>
        <p:spPr>
          <a:xfrm>
            <a:off x="3857620" y="4214818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8</a:t>
            </a:r>
            <a:r>
              <a:rPr lang="es-ES" sz="1000" dirty="0" smtClean="0"/>
              <a:t>. API </a:t>
            </a:r>
            <a:r>
              <a:rPr lang="es-ES" sz="1000" dirty="0" err="1" smtClean="0"/>
              <a:t>call</a:t>
            </a:r>
            <a:r>
              <a:rPr lang="es-ES" sz="1000" dirty="0" smtClean="0"/>
              <a:t> </a:t>
            </a:r>
            <a:r>
              <a:rPr lang="es-ES" sz="1000" dirty="0" err="1" smtClean="0"/>
              <a:t>with</a:t>
            </a:r>
            <a:r>
              <a:rPr lang="es-ES" sz="1000" dirty="0" smtClean="0"/>
              <a:t> </a:t>
            </a:r>
            <a:r>
              <a:rPr lang="es-ES" sz="1000" dirty="0" err="1" smtClean="0"/>
              <a:t>access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2 Subtítulo"/>
          <p:cNvSpPr txBox="1">
            <a:spLocks/>
          </p:cNvSpPr>
          <p:nvPr/>
        </p:nvSpPr>
        <p:spPr>
          <a:xfrm>
            <a:off x="6572264" y="4714884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9. </a:t>
            </a:r>
            <a:r>
              <a:rPr lang="es-ES" sz="1000" dirty="0" err="1" smtClean="0"/>
              <a:t>Validate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2 Subtítulo"/>
          <p:cNvSpPr txBox="1">
            <a:spLocks/>
          </p:cNvSpPr>
          <p:nvPr/>
        </p:nvSpPr>
        <p:spPr>
          <a:xfrm>
            <a:off x="4071934" y="5214950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10. API response </a:t>
            </a:r>
            <a:r>
              <a:rPr lang="es-ES" sz="1000" dirty="0" err="1" smtClean="0"/>
              <a:t>if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r>
              <a:rPr lang="es-ES" sz="1000" dirty="0" smtClean="0"/>
              <a:t> </a:t>
            </a:r>
            <a:r>
              <a:rPr lang="es-ES" sz="1000" dirty="0" err="1" smtClean="0"/>
              <a:t>valid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1" name="30 Conector recto de flecha"/>
          <p:cNvCxnSpPr/>
          <p:nvPr/>
        </p:nvCxnSpPr>
        <p:spPr>
          <a:xfrm>
            <a:off x="3571868" y="1785926"/>
            <a:ext cx="2643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 rot="10800000">
            <a:off x="285720" y="2143116"/>
            <a:ext cx="592935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/>
          <p:nvPr/>
        </p:nvCxnSpPr>
        <p:spPr>
          <a:xfrm>
            <a:off x="285720" y="2571744"/>
            <a:ext cx="592935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 de flecha"/>
          <p:cNvCxnSpPr/>
          <p:nvPr/>
        </p:nvCxnSpPr>
        <p:spPr>
          <a:xfrm rot="10800000">
            <a:off x="3571868" y="3000372"/>
            <a:ext cx="2643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 de flecha"/>
          <p:cNvCxnSpPr/>
          <p:nvPr/>
        </p:nvCxnSpPr>
        <p:spPr>
          <a:xfrm>
            <a:off x="3571868" y="3429000"/>
            <a:ext cx="2643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/>
          <p:nvPr/>
        </p:nvCxnSpPr>
        <p:spPr>
          <a:xfrm rot="10800000">
            <a:off x="3571868" y="3929066"/>
            <a:ext cx="2643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2 Subtítulo"/>
          <p:cNvSpPr txBox="1">
            <a:spLocks/>
          </p:cNvSpPr>
          <p:nvPr/>
        </p:nvSpPr>
        <p:spPr>
          <a:xfrm>
            <a:off x="2928926" y="1071546"/>
            <a:ext cx="1357322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1000" dirty="0" err="1" smtClean="0"/>
              <a:t>Client</a:t>
            </a:r>
            <a:r>
              <a:rPr lang="es-ES" sz="1000" dirty="0" smtClean="0"/>
              <a:t> </a:t>
            </a:r>
            <a:r>
              <a:rPr lang="es-ES" sz="1000" dirty="0" err="1" smtClean="0"/>
              <a:t>Application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9" name="38 Conector recto"/>
          <p:cNvCxnSpPr/>
          <p:nvPr/>
        </p:nvCxnSpPr>
        <p:spPr>
          <a:xfrm rot="5400000">
            <a:off x="3679819" y="3963991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3571868" y="4429132"/>
            <a:ext cx="51435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 de flecha"/>
          <p:cNvCxnSpPr/>
          <p:nvPr/>
        </p:nvCxnSpPr>
        <p:spPr>
          <a:xfrm rot="10800000">
            <a:off x="6215074" y="4929198"/>
            <a:ext cx="250033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 de flecha"/>
          <p:cNvCxnSpPr/>
          <p:nvPr/>
        </p:nvCxnSpPr>
        <p:spPr>
          <a:xfrm rot="10800000">
            <a:off x="3571868" y="5500702"/>
            <a:ext cx="51435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85720" y="285729"/>
            <a:ext cx="8501122" cy="7143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Interaction</a:t>
            </a:r>
            <a:r>
              <a:rPr lang="es-ES" sz="3200" dirty="0" smtClean="0"/>
              <a:t> </a:t>
            </a:r>
            <a:r>
              <a:rPr lang="es-ES" sz="3200" dirty="0" err="1" smtClean="0"/>
              <a:t>Resource</a:t>
            </a:r>
            <a:r>
              <a:rPr lang="es-ES" sz="3200" dirty="0" smtClean="0"/>
              <a:t> - </a:t>
            </a:r>
            <a:r>
              <a:rPr lang="es-ES" sz="3200" dirty="0" err="1" smtClean="0"/>
              <a:t>Authentication</a:t>
            </a:r>
            <a:endParaRPr lang="es-ES" sz="3200" dirty="0"/>
          </a:p>
        </p:txBody>
      </p:sp>
      <p:cxnSp>
        <p:nvCxnSpPr>
          <p:cNvPr id="9" name="8 Conector recto"/>
          <p:cNvCxnSpPr/>
          <p:nvPr/>
        </p:nvCxnSpPr>
        <p:spPr>
          <a:xfrm rot="5400000">
            <a:off x="-2249535" y="3892553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5400000">
            <a:off x="6180149" y="3892553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 Subtítulo"/>
          <p:cNvSpPr txBox="1">
            <a:spLocks/>
          </p:cNvSpPr>
          <p:nvPr/>
        </p:nvSpPr>
        <p:spPr>
          <a:xfrm>
            <a:off x="3071802" y="1071546"/>
            <a:ext cx="2714644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Resource</a:t>
            </a:r>
            <a:r>
              <a:rPr lang="es-ES" sz="1000" dirty="0" smtClean="0"/>
              <a:t> </a:t>
            </a:r>
            <a:r>
              <a:rPr lang="es-ES" sz="1000" dirty="0" smtClean="0"/>
              <a:t>Server and </a:t>
            </a:r>
            <a:r>
              <a:rPr lang="es-ES" sz="1000" dirty="0" err="1" smtClean="0"/>
              <a:t>ClientAPP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7643834" y="1071546"/>
            <a:ext cx="1357322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s-ES" sz="1000" dirty="0" err="1" smtClean="0"/>
              <a:t>Authentication</a:t>
            </a:r>
            <a:r>
              <a:rPr lang="es-ES" sz="1000" dirty="0" smtClean="0"/>
              <a:t> </a:t>
            </a:r>
            <a:r>
              <a:rPr lang="es-ES" sz="1000" dirty="0" smtClean="0"/>
              <a:t>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285720" y="1571612"/>
            <a:ext cx="39290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 rot="5400000">
            <a:off x="1679555" y="3963991"/>
            <a:ext cx="507209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 Subtítulo"/>
          <p:cNvSpPr txBox="1">
            <a:spLocks/>
          </p:cNvSpPr>
          <p:nvPr/>
        </p:nvSpPr>
        <p:spPr>
          <a:xfrm>
            <a:off x="142844" y="1071546"/>
            <a:ext cx="571504" cy="214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User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2 Subtítulo"/>
          <p:cNvSpPr txBox="1">
            <a:spLocks/>
          </p:cNvSpPr>
          <p:nvPr/>
        </p:nvSpPr>
        <p:spPr>
          <a:xfrm>
            <a:off x="1142976" y="1285860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1. </a:t>
            </a:r>
            <a:r>
              <a:rPr lang="es-ES" sz="1000" dirty="0" err="1" smtClean="0"/>
              <a:t>Request</a:t>
            </a:r>
            <a:r>
              <a:rPr lang="es-ES" sz="1000" dirty="0" smtClean="0"/>
              <a:t> a </a:t>
            </a:r>
            <a:r>
              <a:rPr lang="es-ES" sz="1000" dirty="0" err="1" smtClean="0"/>
              <a:t>resource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2 Subtítulo"/>
          <p:cNvSpPr txBox="1">
            <a:spLocks/>
          </p:cNvSpPr>
          <p:nvPr/>
        </p:nvSpPr>
        <p:spPr>
          <a:xfrm>
            <a:off x="4714876" y="157161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2. </a:t>
            </a:r>
            <a:r>
              <a:rPr lang="es-ES" sz="1000" dirty="0" err="1" smtClean="0"/>
              <a:t>Auth</a:t>
            </a:r>
            <a:r>
              <a:rPr lang="es-ES" sz="1000" dirty="0" smtClean="0"/>
              <a:t> </a:t>
            </a:r>
            <a:r>
              <a:rPr lang="es-ES" sz="1000" dirty="0" err="1" smtClean="0"/>
              <a:t>code</a:t>
            </a:r>
            <a:r>
              <a:rPr lang="es-ES" sz="1000" dirty="0" smtClean="0"/>
              <a:t> </a:t>
            </a:r>
            <a:r>
              <a:rPr lang="es-ES" sz="1000" dirty="0" err="1" smtClean="0"/>
              <a:t>request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2 Subtítulo"/>
          <p:cNvSpPr txBox="1">
            <a:spLocks/>
          </p:cNvSpPr>
          <p:nvPr/>
        </p:nvSpPr>
        <p:spPr>
          <a:xfrm>
            <a:off x="1142976" y="192880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3. </a:t>
            </a:r>
            <a:r>
              <a:rPr lang="es-ES" sz="1000" dirty="0" err="1" smtClean="0"/>
              <a:t>Login</a:t>
            </a:r>
            <a:r>
              <a:rPr lang="es-ES" sz="1000" dirty="0" smtClean="0"/>
              <a:t> page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2 Subtítulo"/>
          <p:cNvSpPr txBox="1">
            <a:spLocks/>
          </p:cNvSpPr>
          <p:nvPr/>
        </p:nvSpPr>
        <p:spPr>
          <a:xfrm>
            <a:off x="1071538" y="228599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4. </a:t>
            </a:r>
            <a:r>
              <a:rPr lang="es-ES" sz="1000" dirty="0" err="1" smtClean="0"/>
              <a:t>User</a:t>
            </a:r>
            <a:r>
              <a:rPr lang="es-ES" sz="1000" dirty="0" smtClean="0"/>
              <a:t> </a:t>
            </a:r>
            <a:r>
              <a:rPr lang="es-ES" sz="1000" dirty="0" err="1" smtClean="0"/>
              <a:t>login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2 Subtítulo"/>
          <p:cNvSpPr txBox="1">
            <a:spLocks/>
          </p:cNvSpPr>
          <p:nvPr/>
        </p:nvSpPr>
        <p:spPr>
          <a:xfrm>
            <a:off x="4786314" y="2786058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5. </a:t>
            </a:r>
            <a:r>
              <a:rPr lang="es-ES" sz="1000" dirty="0" err="1" smtClean="0"/>
              <a:t>Auth</a:t>
            </a:r>
            <a:r>
              <a:rPr lang="es-ES" sz="1000" dirty="0" smtClean="0"/>
              <a:t> </a:t>
            </a:r>
            <a:r>
              <a:rPr lang="es-ES" sz="1000" dirty="0" err="1" smtClean="0"/>
              <a:t>code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Subtítulo"/>
          <p:cNvSpPr txBox="1">
            <a:spLocks/>
          </p:cNvSpPr>
          <p:nvPr/>
        </p:nvSpPr>
        <p:spPr>
          <a:xfrm>
            <a:off x="4786314" y="3214686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6</a:t>
            </a:r>
            <a:r>
              <a:rPr lang="es-ES" sz="1000" dirty="0" smtClean="0"/>
              <a:t>. Exchange </a:t>
            </a:r>
            <a:r>
              <a:rPr lang="es-ES" sz="1000" dirty="0" err="1" smtClean="0"/>
              <a:t>Code</a:t>
            </a:r>
            <a:r>
              <a:rPr lang="es-ES" sz="1000" dirty="0" smtClean="0"/>
              <a:t> </a:t>
            </a:r>
            <a:r>
              <a:rPr lang="es-ES" sz="1000" dirty="0" err="1" smtClean="0"/>
              <a:t>for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2 Subtítulo"/>
          <p:cNvSpPr txBox="1">
            <a:spLocks/>
          </p:cNvSpPr>
          <p:nvPr/>
        </p:nvSpPr>
        <p:spPr>
          <a:xfrm>
            <a:off x="4786314" y="3714752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7</a:t>
            </a:r>
            <a:r>
              <a:rPr lang="es-ES" sz="1000" dirty="0" smtClean="0"/>
              <a:t>. Access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2 Subtítulo"/>
          <p:cNvSpPr txBox="1">
            <a:spLocks/>
          </p:cNvSpPr>
          <p:nvPr/>
        </p:nvSpPr>
        <p:spPr>
          <a:xfrm>
            <a:off x="1643042" y="4572008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8</a:t>
            </a:r>
            <a:r>
              <a:rPr lang="es-ES" sz="1000" dirty="0" smtClean="0"/>
              <a:t>. API </a:t>
            </a:r>
            <a:r>
              <a:rPr lang="es-ES" sz="1000" dirty="0" err="1" smtClean="0"/>
              <a:t>call</a:t>
            </a:r>
            <a:r>
              <a:rPr lang="es-ES" sz="1000" dirty="0" smtClean="0"/>
              <a:t> </a:t>
            </a:r>
            <a:r>
              <a:rPr lang="es-ES" sz="1000" dirty="0" err="1" smtClean="0"/>
              <a:t>with</a:t>
            </a:r>
            <a:r>
              <a:rPr lang="es-ES" sz="1000" dirty="0" smtClean="0"/>
              <a:t> </a:t>
            </a:r>
            <a:r>
              <a:rPr lang="es-ES" sz="1000" dirty="0" err="1" smtClean="0"/>
              <a:t>access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2 Subtítulo"/>
          <p:cNvSpPr txBox="1">
            <a:spLocks/>
          </p:cNvSpPr>
          <p:nvPr/>
        </p:nvSpPr>
        <p:spPr>
          <a:xfrm>
            <a:off x="4786314" y="5214950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9. </a:t>
            </a:r>
            <a:r>
              <a:rPr lang="es-ES" sz="1000" dirty="0" err="1" smtClean="0"/>
              <a:t>Validate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2 Subtítulo"/>
          <p:cNvSpPr txBox="1">
            <a:spLocks/>
          </p:cNvSpPr>
          <p:nvPr/>
        </p:nvSpPr>
        <p:spPr>
          <a:xfrm>
            <a:off x="1571604" y="5929330"/>
            <a:ext cx="1928826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smtClean="0"/>
              <a:t>10. API response </a:t>
            </a:r>
            <a:r>
              <a:rPr lang="es-ES" sz="1000" dirty="0" err="1" smtClean="0"/>
              <a:t>if</a:t>
            </a:r>
            <a:r>
              <a:rPr lang="es-ES" sz="1000" dirty="0" smtClean="0"/>
              <a:t> </a:t>
            </a:r>
            <a:r>
              <a:rPr lang="es-ES" sz="1000" dirty="0" err="1" smtClean="0"/>
              <a:t>token</a:t>
            </a:r>
            <a:r>
              <a:rPr lang="es-ES" sz="1000" dirty="0" smtClean="0"/>
              <a:t> </a:t>
            </a:r>
            <a:r>
              <a:rPr lang="es-ES" sz="1000" dirty="0" err="1" smtClean="0"/>
              <a:t>valid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1" name="30 Conector recto de flecha"/>
          <p:cNvCxnSpPr/>
          <p:nvPr/>
        </p:nvCxnSpPr>
        <p:spPr>
          <a:xfrm>
            <a:off x="4214810" y="1785926"/>
            <a:ext cx="450059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 rot="10800000">
            <a:off x="285720" y="2143116"/>
            <a:ext cx="84296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/>
          <p:nvPr/>
        </p:nvCxnSpPr>
        <p:spPr>
          <a:xfrm>
            <a:off x="285720" y="2571744"/>
            <a:ext cx="84296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 de flecha"/>
          <p:cNvCxnSpPr/>
          <p:nvPr/>
        </p:nvCxnSpPr>
        <p:spPr>
          <a:xfrm rot="10800000">
            <a:off x="4214810" y="3000372"/>
            <a:ext cx="450059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 de flecha"/>
          <p:cNvCxnSpPr/>
          <p:nvPr/>
        </p:nvCxnSpPr>
        <p:spPr>
          <a:xfrm>
            <a:off x="4214810" y="3429000"/>
            <a:ext cx="450059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/>
          <p:nvPr/>
        </p:nvCxnSpPr>
        <p:spPr>
          <a:xfrm rot="10800000">
            <a:off x="4214810" y="3929066"/>
            <a:ext cx="450059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Elipse"/>
          <p:cNvSpPr/>
          <p:nvPr/>
        </p:nvSpPr>
        <p:spPr>
          <a:xfrm>
            <a:off x="3571868" y="4357694"/>
            <a:ext cx="642942" cy="642942"/>
          </a:xfrm>
          <a:prstGeom prst="ellipse">
            <a:avLst/>
          </a:prstGeom>
          <a:solidFill>
            <a:schemeClr val="bg1"/>
          </a:solidFill>
          <a:ln cap="sq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3" name="62 Conector recto"/>
          <p:cNvCxnSpPr>
            <a:endCxn id="59" idx="7"/>
          </p:cNvCxnSpPr>
          <p:nvPr/>
        </p:nvCxnSpPr>
        <p:spPr>
          <a:xfrm rot="16200000" flipH="1">
            <a:off x="3942058" y="4273255"/>
            <a:ext cx="237033" cy="12015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>
            <a:endCxn id="59" idx="7"/>
          </p:cNvCxnSpPr>
          <p:nvPr/>
        </p:nvCxnSpPr>
        <p:spPr>
          <a:xfrm>
            <a:off x="3786182" y="4429132"/>
            <a:ext cx="334471" cy="227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3929058" y="5000636"/>
            <a:ext cx="214314" cy="714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rot="5400000" flipH="1" flipV="1">
            <a:off x="3857620" y="4786322"/>
            <a:ext cx="214314" cy="2143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 de flecha"/>
          <p:cNvCxnSpPr/>
          <p:nvPr/>
        </p:nvCxnSpPr>
        <p:spPr>
          <a:xfrm>
            <a:off x="4214810" y="5500702"/>
            <a:ext cx="450059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76 Elipse"/>
          <p:cNvSpPr/>
          <p:nvPr/>
        </p:nvSpPr>
        <p:spPr>
          <a:xfrm>
            <a:off x="3571868" y="5786454"/>
            <a:ext cx="642942" cy="642942"/>
          </a:xfrm>
          <a:prstGeom prst="ellipse">
            <a:avLst/>
          </a:prstGeom>
          <a:solidFill>
            <a:schemeClr val="bg1"/>
          </a:solidFill>
          <a:ln cap="sq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8" name="77 Conector recto"/>
          <p:cNvCxnSpPr>
            <a:endCxn id="77" idx="7"/>
          </p:cNvCxnSpPr>
          <p:nvPr/>
        </p:nvCxnSpPr>
        <p:spPr>
          <a:xfrm rot="16200000" flipH="1">
            <a:off x="3942058" y="5702015"/>
            <a:ext cx="237033" cy="12015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>
            <a:endCxn id="77" idx="7"/>
          </p:cNvCxnSpPr>
          <p:nvPr/>
        </p:nvCxnSpPr>
        <p:spPr>
          <a:xfrm>
            <a:off x="3786182" y="5857892"/>
            <a:ext cx="334471" cy="2271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>
            <a:off x="3929058" y="6429396"/>
            <a:ext cx="214314" cy="714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rot="5400000" flipH="1" flipV="1">
            <a:off x="3857620" y="6215082"/>
            <a:ext cx="214314" cy="2143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85720" y="285729"/>
            <a:ext cx="8501122" cy="7143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Interaction</a:t>
            </a:r>
            <a:r>
              <a:rPr lang="es-ES" sz="3200" dirty="0" smtClean="0"/>
              <a:t> </a:t>
            </a:r>
            <a:r>
              <a:rPr lang="es-ES" sz="3200" dirty="0" err="1" smtClean="0"/>
              <a:t>Resource</a:t>
            </a:r>
            <a:r>
              <a:rPr lang="es-ES" sz="3200" dirty="0" smtClean="0"/>
              <a:t> - </a:t>
            </a:r>
            <a:r>
              <a:rPr lang="es-ES" sz="3200" dirty="0" err="1" smtClean="0"/>
              <a:t>Authentication</a:t>
            </a:r>
            <a:endParaRPr lang="es-ES" sz="3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142984"/>
            <a:ext cx="221457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1071546"/>
            <a:ext cx="2081045" cy="16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4" name="43 Conector recto de flecha"/>
          <p:cNvCxnSpPr>
            <a:stCxn id="2051" idx="3"/>
            <a:endCxn id="2052" idx="1"/>
          </p:cNvCxnSpPr>
          <p:nvPr/>
        </p:nvCxnSpPr>
        <p:spPr>
          <a:xfrm>
            <a:off x="2428860" y="1893083"/>
            <a:ext cx="1143008" cy="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429132"/>
            <a:ext cx="3802089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9" name="48 Conector recto de flecha"/>
          <p:cNvCxnSpPr>
            <a:stCxn id="2052" idx="2"/>
            <a:endCxn id="2053" idx="0"/>
          </p:cNvCxnSpPr>
          <p:nvPr/>
        </p:nvCxnSpPr>
        <p:spPr>
          <a:xfrm rot="5400000">
            <a:off x="2685892" y="2502633"/>
            <a:ext cx="1713124" cy="21398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72198" y="1500174"/>
            <a:ext cx="2724189" cy="4926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2" name="51 Conector recto de flecha"/>
          <p:cNvCxnSpPr>
            <a:stCxn id="2052" idx="2"/>
            <a:endCxn id="2054" idx="1"/>
          </p:cNvCxnSpPr>
          <p:nvPr/>
        </p:nvCxnSpPr>
        <p:spPr>
          <a:xfrm rot="16200000" flipH="1">
            <a:off x="4718709" y="2609689"/>
            <a:ext cx="1247170" cy="14598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2 Subtítulo"/>
          <p:cNvSpPr txBox="1">
            <a:spLocks/>
          </p:cNvSpPr>
          <p:nvPr/>
        </p:nvSpPr>
        <p:spPr>
          <a:xfrm>
            <a:off x="2428860" y="3643314"/>
            <a:ext cx="785818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Login</a:t>
            </a:r>
            <a:r>
              <a:rPr lang="es-ES" sz="1000" dirty="0" smtClean="0"/>
              <a:t> </a:t>
            </a:r>
            <a:r>
              <a:rPr lang="es-ES" sz="1000" dirty="0" err="1" smtClean="0"/>
              <a:t>click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" name="2 Subtítulo"/>
          <p:cNvSpPr txBox="1">
            <a:spLocks/>
          </p:cNvSpPr>
          <p:nvPr/>
        </p:nvSpPr>
        <p:spPr>
          <a:xfrm>
            <a:off x="4714876" y="3643314"/>
            <a:ext cx="1143008" cy="2143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lvl="0" algn="ctr">
              <a:spcBef>
                <a:spcPct val="20000"/>
              </a:spcBef>
            </a:pPr>
            <a:r>
              <a:rPr lang="es-ES" sz="1000" dirty="0" err="1" smtClean="0"/>
              <a:t>Companies</a:t>
            </a:r>
            <a:r>
              <a:rPr lang="es-ES" sz="1000" dirty="0" smtClean="0"/>
              <a:t> </a:t>
            </a:r>
            <a:r>
              <a:rPr lang="es-ES" sz="1000" dirty="0" err="1" smtClean="0"/>
              <a:t>click</a:t>
            </a:r>
            <a:endParaRPr lang="es-ES" sz="1000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ES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381</Words>
  <Application>Microsoft Office PowerPoint</Application>
  <PresentationFormat>Presentación en pantalla (4:3)</PresentationFormat>
  <Paragraphs>117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Dependencies</vt:lpstr>
      <vt:lpstr>Dependencies</vt:lpstr>
      <vt:lpstr>Interaction Resource – Authentication normal</vt:lpstr>
      <vt:lpstr>Interaction Resource - Authentication</vt:lpstr>
      <vt:lpstr>Interaction Resource - Authentication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Dependencies</dc:title>
  <dc:creator>Alberto</dc:creator>
  <cp:lastModifiedBy>Alberto</cp:lastModifiedBy>
  <cp:revision>24</cp:revision>
  <dcterms:created xsi:type="dcterms:W3CDTF">2020-10-08T09:44:23Z</dcterms:created>
  <dcterms:modified xsi:type="dcterms:W3CDTF">2020-10-08T14:10:59Z</dcterms:modified>
</cp:coreProperties>
</file>